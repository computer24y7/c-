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9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6416F-1723-7B6C-60BE-C0C327286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78AEB-A3F9-AB2B-EBF2-B9CD47B7F2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96247A-718F-8392-8439-60FDD6183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FB758-FFAE-4717-B683-E9AF9E222A0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0FBC5-38BA-8E4A-D9EE-5B9AA46B0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57F9B-E326-0F7F-AA4A-5F2EBDBB3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76A86-03CC-4049-8079-F57968678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874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E926D-E442-0802-3B85-5C34B67E8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F5E53-090E-695C-93BF-0EF03F67F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ADB25-F18C-F550-FA28-B01C941CC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FB758-FFAE-4717-B683-E9AF9E222A0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F0531-4B49-C1D9-8101-1A510479A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2EDDE-2286-080E-FF4A-46759030B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76A86-03CC-4049-8079-F57968678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16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E3E47-89BC-8AB7-E5C1-DE71BCFA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7AF0D7-BED5-8330-3A8A-A35CC6084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7A26D-6D65-220B-5D46-F8C2B30D4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FB758-FFAE-4717-B683-E9AF9E222A0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6084F-E3E2-0325-64CA-3D5478E9D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CB5C0-1911-41A6-E3E4-82DB464F9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76A86-03CC-4049-8079-F57968678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732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1B823-C3FB-87AB-62BD-194A30C60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882CB-94E3-DCE2-AAF9-A6AD7B6D69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404B80-0E67-311B-2EE3-0E418BA355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802432-FA62-B6B1-D239-D982F49A3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FB758-FFAE-4717-B683-E9AF9E222A0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22AAFD-100B-3C8E-0A24-BC2D3F60D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38C28D-E66D-662B-7C57-B82AB8ED4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76A86-03CC-4049-8079-F57968678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956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DCEEC-F306-83E7-EFBA-B727E9097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5D42F-C9AC-0FBF-C17E-FA9BCCBA2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1CFB48-E86E-C2F5-19DD-A02D322243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038C95-6F7C-F6ED-3A64-0B2EB51B29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290510-841B-6E3C-D6E1-412F492D95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4C7A7B-B7BB-34ED-D158-DA2F592BB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FB758-FFAE-4717-B683-E9AF9E222A0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AD5FE5-A060-D58E-4091-347EBAA5A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52FDEC-874F-9B1F-0332-44E58C6C4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76A86-03CC-4049-8079-F57968678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736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F0281-F68E-710C-BED3-789DCAC7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9DF34-8C2B-B91F-7BC0-C598C284F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FB758-FFAE-4717-B683-E9AF9E222A0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60999D-6F40-2D08-0807-99F447BEF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A58896-BEB5-F33B-65B6-EA3E329A2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76A86-03CC-4049-8079-F57968678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46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FF6041-685D-FECE-28D4-C31E9E9F5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FB758-FFAE-4717-B683-E9AF9E222A0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47680C-7065-5DC9-EC1D-42E2B2578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3AB9FF-004A-97C5-AC5C-04E5AB68F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76A86-03CC-4049-8079-F57968678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97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45B79-0F87-F4D7-A053-CDFF51F6B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3A0D6-9F40-CA3A-6AF3-9A2DB539E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7C7D18-C004-171E-F6F5-6F990D781E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06E60-CE8A-13F9-3C3E-49EC53815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FB758-FFAE-4717-B683-E9AF9E222A0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E35B5F-0990-7CEF-FB50-F2E7CA1DA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6F729-C1EE-E614-03F1-1C11AA1B4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76A86-03CC-4049-8079-F57968678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684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B0E05-0109-A980-50E7-5E1B6A4CC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DFBF54-DFAC-13A4-AA99-1237F1DAF2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F5628B-7C71-D0A3-F40D-D6A958D21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8B7C2-1D16-1505-3A7A-F05D665AC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FB758-FFAE-4717-B683-E9AF9E222A0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7CDC79-9F82-A594-BCD7-088458FF7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5BF205-D8CD-158D-8F0F-F8523925E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76A86-03CC-4049-8079-F57968678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651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AC3AD-F8FC-D1CE-5513-203D1F621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ACFF1F-A1E7-E515-5297-DFDC10101C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7AA3A-E29B-27CA-71BE-9908D1C03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FB758-FFAE-4717-B683-E9AF9E222A0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A7459-6B41-5520-E12B-001778800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198F6-8D8F-197D-960A-6068C58D1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76A86-03CC-4049-8079-F57968678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484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157DF6-259D-70E1-CADA-56B695AA9F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8EF1B9-7F6D-4AC7-8BBD-9C07D5764F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DE7D9-9C88-1BCC-9029-B3C466679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FB758-FFAE-4717-B683-E9AF9E222A0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6C1A7-639C-3950-850F-92FB8CAE3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81CC0-7490-55A0-0406-DC63F5F9D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76A86-03CC-4049-8079-F57968678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053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EDDDA8-6911-4700-51D2-AA24E6D68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2CFE1-0377-AB42-C679-99E184D3F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3139B-6A68-D040-85EB-3491ADC6DB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FB758-FFAE-4717-B683-E9AF9E222A0B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3334F-6FDF-1C9A-2E38-FA5AEAA924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25652-FBC0-DDB0-358A-535D58B1C5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A76A86-03CC-4049-8079-F57968678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73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E0F9B1E-EF81-8824-50C1-61B354D4E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60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2DF5D3-6CBC-D7EB-FF9D-05992C3392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65" b="98409" l="1399" r="98019">
                        <a14:foregroundMark x1="65734" y1="84010" x2="65734" y2="84010"/>
                        <a14:foregroundMark x1="67599" y1="84010" x2="67599" y2="84010"/>
                        <a14:foregroundMark x1="67599" y1="84010" x2="67599" y2="84010"/>
                        <a14:foregroundMark x1="74009" y1="78839" x2="74009" y2="78839"/>
                        <a14:foregroundMark x1="74476" y1="78520" x2="74476" y2="78520"/>
                        <a14:foregroundMark x1="63520" y1="84646" x2="63520" y2="84646"/>
                        <a14:foregroundMark x1="63520" y1="84646" x2="63520" y2="84646"/>
                        <a14:foregroundMark x1="69814" y1="76452" x2="69814" y2="76452"/>
                        <a14:foregroundMark x1="69814" y1="76452" x2="69814" y2="76452"/>
                        <a14:foregroundMark x1="69814" y1="69212" x2="69814" y2="69212"/>
                        <a14:foregroundMark x1="69814" y1="69212" x2="69814" y2="69212"/>
                        <a14:foregroundMark x1="69814" y1="61257" x2="69814" y2="61257"/>
                        <a14:foregroundMark x1="69814" y1="60939" x2="69814" y2="60939"/>
                        <a14:foregroundMark x1="69814" y1="60621" x2="69814" y2="60621"/>
                        <a14:foregroundMark x1="69814" y1="60621" x2="69814" y2="60621"/>
                        <a14:foregroundMark x1="69814" y1="60621" x2="69814" y2="60621"/>
                        <a14:foregroundMark x1="68998" y1="73349" x2="68998" y2="73349"/>
                        <a14:foregroundMark x1="68998" y1="73349" x2="68998" y2="73349"/>
                        <a14:foregroundMark x1="68998" y1="73349" x2="68998" y2="73349"/>
                        <a14:foregroundMark x1="68998" y1="73349" x2="68998" y2="73349"/>
                        <a14:foregroundMark x1="66200" y1="75736" x2="65268" y2="77088"/>
                        <a14:foregroundMark x1="64336" y1="78123" x2="63869" y2="81623"/>
                        <a14:foregroundMark x1="63520" y1="82975" x2="63520" y2="85044"/>
                        <a14:foregroundMark x1="63520" y1="85362" x2="63520" y2="87112"/>
                        <a14:foregroundMark x1="63520" y1="87430" x2="63520" y2="90215"/>
                        <a14:foregroundMark x1="63869" y1="90533" x2="63869" y2="90533"/>
                        <a14:foregroundMark x1="64336" y1="90851" x2="64336" y2="90851"/>
                        <a14:foregroundMark x1="65734" y1="90851" x2="65734" y2="90851"/>
                        <a14:foregroundMark x1="68065" y1="88783" x2="68065" y2="88783"/>
                        <a14:foregroundMark x1="68531" y1="89817" x2="68531" y2="93636"/>
                        <a14:foregroundMark x1="68531" y1="93954" x2="68531" y2="93954"/>
                        <a14:foregroundMark x1="65268" y1="93954" x2="65268" y2="93954"/>
                        <a14:foregroundMark x1="64802" y1="92601" x2="64802" y2="92601"/>
                        <a14:foregroundMark x1="58392" y1="82578" x2="58392" y2="82578"/>
                        <a14:foregroundMark x1="49767" y1="70247" x2="49767" y2="70247"/>
                        <a14:foregroundMark x1="32867" y1="88783" x2="32867" y2="88783"/>
                        <a14:foregroundMark x1="35664" y1="98488" x2="35664" y2="98488"/>
                        <a14:foregroundMark x1="35664" y1="97772" x2="35664" y2="97772"/>
                        <a14:foregroundMark x1="35664" y1="97772" x2="35664" y2="97772"/>
                        <a14:foregroundMark x1="33800" y1="85362" x2="33800" y2="85362"/>
                        <a14:foregroundMark x1="33800" y1="85044" x2="33800" y2="85044"/>
                        <a14:foregroundMark x1="80420" y1="97772" x2="80420" y2="97772"/>
                        <a14:foregroundMark x1="80420" y1="97772" x2="80420" y2="97772"/>
                        <a14:foregroundMark x1="82634" y1="97454" x2="82634" y2="97454"/>
                        <a14:foregroundMark x1="82634" y1="97454" x2="82634" y2="97454"/>
                        <a14:foregroundMark x1="93590" y1="74383" x2="93590" y2="74383"/>
                        <a14:foregroundMark x1="94056" y1="74383" x2="94056" y2="74383"/>
                        <a14:foregroundMark x1="94056" y1="74383" x2="94056" y2="74383"/>
                        <a14:foregroundMark x1="97203" y1="71917" x2="97203" y2="71917"/>
                        <a14:foregroundMark x1="97203" y1="71917" x2="97203" y2="71917"/>
                        <a14:foregroundMark x1="98135" y1="82578" x2="98135" y2="82578"/>
                        <a14:foregroundMark x1="98135" y1="82578" x2="98135" y2="82578"/>
                        <a14:foregroundMark x1="6410" y1="69849" x2="6410" y2="69849"/>
                        <a14:foregroundMark x1="6410" y1="69849" x2="6410" y2="69849"/>
                        <a14:foregroundMark x1="1399" y1="66110" x2="1399" y2="66110"/>
                        <a14:foregroundMark x1="1399" y1="66110" x2="1399" y2="66110"/>
                        <a14:foregroundMark x1="1399" y1="81941" x2="1399" y2="819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41331"/>
            <a:ext cx="3661175" cy="4424766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A064D633-B3D7-0193-13EC-0EB93703293D}"/>
              </a:ext>
            </a:extLst>
          </p:cNvPr>
          <p:cNvSpPr/>
          <p:nvPr/>
        </p:nvSpPr>
        <p:spPr>
          <a:xfrm>
            <a:off x="8689384" y="170482"/>
            <a:ext cx="3502616" cy="1983782"/>
          </a:xfrm>
          <a:prstGeom prst="ellipse">
            <a:avLst/>
          </a:prstGeom>
          <a:ln>
            <a:noFill/>
          </a:ln>
          <a:effectLst>
            <a:softEdge rad="317500"/>
          </a:effectLst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Caladea" panose="02040503050406030204" pitchFamily="18" charset="0"/>
              </a:rPr>
              <a:t>DAY - 1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974620E-5C9A-0924-7F6D-21A38AF9BFA5}"/>
              </a:ext>
            </a:extLst>
          </p:cNvPr>
          <p:cNvSpPr/>
          <p:nvPr/>
        </p:nvSpPr>
        <p:spPr>
          <a:xfrm>
            <a:off x="6302644" y="5114441"/>
            <a:ext cx="5682712" cy="1441342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 b="1" dirty="0"/>
              <a:t>C++ Intro </a:t>
            </a:r>
          </a:p>
        </p:txBody>
      </p:sp>
    </p:spTree>
    <p:extLst>
      <p:ext uri="{BB962C8B-B14F-4D97-AF65-F5344CB8AC3E}">
        <p14:creationId xmlns:p14="http://schemas.microsoft.com/office/powerpoint/2010/main" val="3779631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Caladea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hira</dc:creator>
  <cp:lastModifiedBy>hira</cp:lastModifiedBy>
  <cp:revision>4</cp:revision>
  <dcterms:created xsi:type="dcterms:W3CDTF">2026-06-22T16:13:49Z</dcterms:created>
  <dcterms:modified xsi:type="dcterms:W3CDTF">2026-06-22T16:26:13Z</dcterms:modified>
</cp:coreProperties>
</file>